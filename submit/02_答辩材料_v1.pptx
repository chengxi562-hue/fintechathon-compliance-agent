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 ·  银行 AI 智能体赛道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合规先审 · 银行 AI 销售智能体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（合规官）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 —— 让银行敢让大模型卖理财的那一层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队伍：弋承熙 &amp; 高依灵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答辩材料 v1  ·  约 8–10 分钟  ·  2026-10-20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 数据 · 不接真实资金 · 不构成投资建议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/ 监管 / 举证失败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46304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6304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一句话：需要的不是「更会聊」的 Agent，而是「先审后答、每步留痕」的 Agent。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幻觉品名硬拒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风险分 vs 产品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购拦 / 询警示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811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禁保本/稳赚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三条原则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4348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规则先行 —— YAML 管「能不能」；当前版本未接 LLM，拦/放行全由规则决定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默认拒绝 —— 目录外 / 金额不清 / 意图不定 → 澄清或拦截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可回放 —— request_id + 四门明细 + 原因码，审计可重放成路演画面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四场景可跑 · 131 条测试 · LangGraph-ready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23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0F3D3A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81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601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92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agent/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mock_bank/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configs/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audit/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9768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tests/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135 passed（pytest）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data/evals/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104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+ 对抗集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演示三幕（约 5 分钟）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0" cy="914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325880"/>
            <a:ext cx="3657600" cy="914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货基/短债 → 放行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325880"/>
            <a:ext cx="36576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667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6676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6676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金额门兜住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6676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常见做法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我们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system prompt 说「要合规」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独立可测组件 gates.py + YAML + 单测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只演示成功路径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同一流程既放行又拦截，边界可见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靠模型自觉不说幻觉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目录 allowlist 硬约束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存对话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结构化决策轨迹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事后人工抽检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评测集可 CI 回归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数据（如实 · 未经美化）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98.4%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123/125 · 目标 ≥90%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7472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0/45 · 目标 ≤20%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5508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5508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1/46 · 目标 ≤5%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97.1%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3544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评测集通过率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3544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168/173 · 另 2 条 SKIP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950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小时内做了什么（同一台机、同一命令、真跑）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P / F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P142 / F29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P168 / F3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7472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90.5%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横向越权拦截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/ 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5256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编码归一族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256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12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5256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12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对照实验：同一份评测集，加合规门 98.2%｜不加（只靠银行侧兜底）43.9% —— 应拦 125 条，无门只拦得住 32 条。单测 135 passed · 对抗集 108/111 · 仍失败 3 条逐条交底：E10/T23 属口径冲突、B01 主动取舍 · 指标口径【待依灵确认】前不对外签章引用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Mock Bank 兜底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侧第二道闸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756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模式 + 间接注入载体检测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87752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编码绕过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实体/URL/\uXXXX/base64/零宽/leetspeak 统一解码后匹配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83864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753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79976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71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64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block，禁止静默近名替换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27608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675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话术与澄清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601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同音变体防「保本」；房贷/梭哈/VIP 施压先澄清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83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587752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679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9718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3483864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5753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38679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4379976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4714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5276088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53675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代理隔离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56601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环回流量强制 trust_env=false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切入点：财富售前合规拦截层（SDK/网关挂在 Agent 与工具之间）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对接：风险等级 · 产品目录 · 话术库 · 行内审计平台  ·  KPI：误导投诉 / 拦截率 / 复核工时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v1</dc:subject>
  <dc:creator>弋承熙 &amp; 高依灵</dc:creator>
  <cp:lastModifiedBy>弋承熙 &amp; 高依灵</cp:lastModifiedBy>
  <cp:revision>1</cp:revision>
  <dcterms:created xsi:type="dcterms:W3CDTF">2026-10-20T14:14:40Z</dcterms:created>
  <dcterms:modified xsi:type="dcterms:W3CDTF">2026-10-20T14:14:40Z</dcterms:modified>
</cp:coreProperties>
</file>