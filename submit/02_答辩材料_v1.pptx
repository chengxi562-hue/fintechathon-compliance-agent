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FinTechathon 2026  ·  银行 AI 智能体赛道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合规先审 · 银行 AI 销售智能体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8BD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（合规官）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先审后答 · 每一步留痕 —— 让银行敢让大模型卖理财的那一层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队伍：弋承熙 &amp; 高依灵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答辩材料 v0  ·  约 8–10 分钟  ·  2026-10-18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Mock 数据 · 不接真实资金 · 不构成投资建议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FinTechathon 2026 · 银行 AI 智能体 · 弋承熙 &amp; 高依灵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15600" y="6492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 / 9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银行怕的不是答得慢，是卖错人、说错话、转错钱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463040"/>
            <a:ext cx="2743200" cy="109728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适当性失守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R2 客户被推 R4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投诉 / 监管 / 举证失败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146304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337560" y="1463040"/>
            <a:ext cx="2743200" cy="10972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52044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违规话术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20440" y="246888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「保本」「稳赚」「刚兑」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销售误导 · 消保红线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743200" cy="109728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越权资金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246888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大额陌生收款人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注入后试图绕限额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098280" y="146304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098280" y="1463040"/>
            <a:ext cx="2743200" cy="109728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28116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不可审计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281160" y="246888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只有聊天记录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无法自证「哪一步拦了」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50292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一句话：需要的不是「更会聊」的 Agent，而是「先审后答、每步留痕」的 Agent。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FinTechathon 2026 · 银行 AI 智能体 · 弋承熙 &amp; 高依灵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0" y="6492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/ 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四道门 + 全链路审计 + 银行侧双闸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意图门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注入 / 越狱 / 越权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非业务意图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6324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52044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2044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产品门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20440" y="2514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目录 allowlist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幻觉品名硬拒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080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适当性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2514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风险分 vs 产品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购拦 / 询警示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82396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098280" y="137160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28116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28116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话术门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281160" y="2514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禁保本/稳赚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放行必带披露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11247120" cy="2011680"/>
          </a:xfrm>
          <a:prstGeom prst="roundRect">
            <a:avLst>
              <a:gd name="adj" fmla="val 4545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580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三条原则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4434840"/>
            <a:ext cx="10789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 规则先行，模型后置 —— YAML 管「能不能」，LLM 管「怎么说」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 默认拒绝 —— 目录外 / 金额不清 / 意图不定 → 澄清或拦截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 可回放 —— request_id + 四门明细 + 原因码，审计可重放成路演画面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FinTechathon 2026 · 银行 AI 智能体 · 弋承熙 &amp; 高依灵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0" y="6492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/ 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架构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W0 可运行骨架 · LangGraph-ready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121A2B"/>
          </a:solidFill>
          <a:ln w="1905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554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用户话术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林晓晴 R2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23160" y="17373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0" y="137160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121A2B"/>
          </a:solidFill>
          <a:ln w="1905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834640" y="1554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Intent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83464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确定性分类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17373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0" y="137160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0F3D3A"/>
          </a:solidFill>
          <a:ln w="1905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120640" y="1554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四道门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2064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gates.py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95160" y="17373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0" y="137160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121A2B"/>
          </a:solidFill>
          <a:ln w="1905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406640" y="1554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Tools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0664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 allowed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81160" y="17373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601200" y="137160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121A2B"/>
          </a:solidFill>
          <a:ln w="1905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692640" y="1554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审计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9264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JSONL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" y="3200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agent/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" y="3520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状态机 + 四关 + 金额解析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297680" y="301752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480560" y="3200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mock_bank/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480560" y="3520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FastAPI + 第二道闸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138160" y="301752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321040" y="3200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configs/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321040" y="3520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compliance_rules.yaml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425196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40080" y="4434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audit/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0080" y="4754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events.jsonl 决策轨迹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297680" y="425196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480560" y="4434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tests/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480560" y="4754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128 passed（pytest）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138160" y="425196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321040" y="4434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data/evals/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321040" y="4754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评测集 + 对抗集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5720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FinTechathon 2026 · 银行 AI 智能体 · 弋承熙 &amp; 高依灵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515600" y="6492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 / 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演示三幕（约 5 分钟）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拦得住 · 办得成 · 兜得住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57600" cy="4480560"/>
          </a:xfrm>
          <a:prstGeom prst="roundRect">
            <a:avLst>
              <a:gd name="adj" fmla="val 2500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325880"/>
            <a:ext cx="3657600" cy="9144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第一幕 · 拦得住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~90s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560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「…保本的。」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Gate4 → USER_FORBIDDEN:保本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566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规则门在模型之前拦下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4069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资金工具调用 = 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97680" y="1325880"/>
            <a:ext cx="3657600" cy="4480560"/>
          </a:xfrm>
          <a:prstGeom prst="roundRect">
            <a:avLst>
              <a:gd name="adj" fmla="val 2500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297680" y="1325880"/>
            <a:ext cx="3657600" cy="9144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2628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第二幕 · 办得成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2628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~120s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26280" y="2560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R2 货基/短债 → 放行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26280" y="3063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WB_CASH_001 + 强制披露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26280" y="3566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100 元转本人备用金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26280" y="4069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审计面板实时追加 JSONL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1325880"/>
            <a:ext cx="3657600" cy="4480560"/>
          </a:xfrm>
          <a:prstGeom prst="roundRect">
            <a:avLst>
              <a:gd name="adj" fmla="val 2500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138160" y="1325880"/>
            <a:ext cx="3657600" cy="91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36676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第三幕 · 兜得住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6676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~90s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66760" y="2560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6 万转陌生人 → 白名单拦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366760" y="3063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注入改收款人 → 金额门兜住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66760" y="3566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主动交底失败数字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66760" y="4069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可回归用例表，不是剪辑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FinTechathon 2026 · 银行 AI 智能体 · 弋承熙 &amp; 高依灵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515600" y="6492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 / 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差异化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别人做「会卖」——我们做「银行敢让它卖」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4389120"/>
        </p:xfrm>
        <a:graphic>
          <a:graphicData uri="http://schemas.openxmlformats.org/drawingml/2006/table">
            <a:tbl>
              <a:tblPr/>
              <a:tblGrid>
                <a:gridCol w="5029200"/>
                <a:gridCol w="6217920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B8A6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常见做法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B8A6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我们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system prompt 说「要合规」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2E8F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独立可测组件 gates.py + YAML + 单测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只演示成功路径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2E8F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同一流程既放行又拦截，边界可见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靠模型自觉不说幻觉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2E8F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目录 allowlist 硬约束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审计 = 存对话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2E8F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审计 = 结构化决策轨迹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事后人工抽检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2E8F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评测集可 CI 回归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FinTechathon 2026 · 银行 AI 智能体 · 弋承熙 &amp; 高依灵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515600" y="6492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 / 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数据（如实 · 未经美化）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敢在路演放失败数字，因为有可回归用例表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743200" cy="2286000"/>
          </a:xfrm>
          <a:prstGeom prst="roundRect">
            <a:avLst>
              <a:gd name="adj" fmla="val 4000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1645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2468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评测集 v0 条数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926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W/T/X/A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743200" cy="2286000"/>
          </a:xfrm>
          <a:prstGeom prst="roundRect">
            <a:avLst>
              <a:gd name="adj" fmla="val 4000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474720" y="1645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474720" y="2468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误拦率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926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该放的没被拦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2743200" cy="2286000"/>
          </a:xfrm>
          <a:prstGeom prst="roundRect">
            <a:avLst>
              <a:gd name="adj" fmla="val 4000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355080" y="1645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41.9%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355080" y="2468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应拦拦截率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2926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W1 主攻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98280" y="1371600"/>
            <a:ext cx="2743200" cy="2286000"/>
          </a:xfrm>
          <a:prstGeom prst="roundRect">
            <a:avLst>
              <a:gd name="adj" fmla="val 4000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235440" y="1645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58.8%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9235440" y="2468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注入逃逸率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35440" y="2926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越低越好 · W1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11247120" cy="1920240"/>
          </a:xfrm>
          <a:prstGeom prst="roundRect">
            <a:avLst>
              <a:gd name="adj" fmla="val 4762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8580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W1 目标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45720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应拦拦截率 ≥ 90%  ·  注入逃逸 ≤ 20%  ·  误拦 ≤ 5%  ·  评测集 ≥ 80 条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单测当前 128 passed  ·  对抗集 103 条真跑  ·  指标口径【待依灵确认】前不对外签章引用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FinTechathon 2026 · 银行 AI 智能体 · 弋承熙 &amp; 高依灵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0" y="6492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 / 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双闸：Agent 四门 + Mock Bank 兜底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侧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309360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Bank 侧第二道闸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8470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注入 / 越狱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YAML 模式 + 间接注入载体检测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28072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授权范围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代客 / 横向 / 测评篡改一律拦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37673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目录硬约束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069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未知品名 block，禁止静默近名替换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61772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0080" y="47274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话术归一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5029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同音变体防「保本」绕过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173736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92240" y="1847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转账白名单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2148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&gt;5 万非本人 → 403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269748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92240" y="28072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日累计软限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92240" y="3108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对外 &gt;2 万/日 → 403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365760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92240" y="3767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申购适当性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92240" y="4069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risk_score 不足 → 403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09360" y="461772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492240" y="47274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密钥纪律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92240" y="5029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 .env；包内仅 .env.example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FinTechathon 2026 · 银行 AI 智能体 · 弋承熙 &amp; 高依灵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515600" y="6492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 / 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收尾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让银行的大模型「先审后答」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每一条销售话术过四道门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每一次拦截进审计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每一个失败都可复现、可修复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10789920" cy="1554480"/>
          </a:xfrm>
          <a:prstGeom prst="roundRect">
            <a:avLst>
              <a:gd name="adj" fmla="val 5882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4297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落地假设（微众类互联网银行试点）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47091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切入点：财富售前合规拦截层（SDK/网关挂在 Agent 与工具之间）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对接：风险等级 · 产品目录 · 话术库 · 行内审计平台  ·  KPI：误导投诉 / 拦截率 / 复核工时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【未核验】行内是否已有同类产品 —— 发言按「假设」表述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FinTechathon 2026 · 银行 AI 智能体 · 弋承熙 &amp; 高依灵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515600" y="6492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 /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60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W1 进展 · Demo Web 现场可点</a:t>
            </a:r>
          </a:p>
          <a:p>
            <a:r>
              <a:rPr sz="1500"/>
              <a:t>• W1 新增：订阅管理场景（写操作生成 PendingAction，需用户「确认」后执行，可「取消」，会话隔离、过期失效）。</a:t>
            </a:r>
          </a:p>
          <a:p>
            <a:r>
              <a:rPr sz="1500"/>
              <a:t>• W1 新增：跨场景闭环——账单洞察（list_bills）→ 货基建议（suggest_product）→ 可选转账确认；洞察轮零资金写工具调用。</a:t>
            </a:r>
          </a:p>
          <a:p>
            <a:r>
              <a:rPr sz="1500"/>
              <a:t>• Demo Web（Gradio，demo_web/app.py）：四按钮——稳健理财放行 / 订阅二次确认 / 账单洞察→货基 / 保本诱导拦截；实时展示意图、计划、工具调用与 reason codes 审计轨迹。</a:t>
            </a:r>
          </a:p>
          <a:p>
            <a:r>
              <a:rPr sz="1500"/>
              <a:t>• 测试：pytest 128 passed；评测集 v1 173 条 P142/F29/SKIP2（严格 82.1%，未美化）；对抗集 113 条 P89/F18。</a:t>
            </a:r>
          </a:p>
          <a:p>
            <a:r>
              <a:rPr sz="1500"/>
              <a:t>• 开源仓库：https://github.com/chengxi562-hue/fintechathon-compliance-agent（MIT，合成数据，无密钥/PII）。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合规先审·银行AI销售智能体（合规官）</dc:title>
  <dc:subject>FinTechathon 2026 答辩材料 v0</dc:subject>
  <dc:creator>弋承熙 &amp; 高依灵</dc:creator>
  <cp:lastModifiedBy>弋承熙 &amp; 高依灵</cp:lastModifiedBy>
  <cp:revision>1</cp:revision>
  <dcterms:created xsi:type="dcterms:W3CDTF">2026-10-18T04:58:46Z</dcterms:created>
  <dcterms:modified xsi:type="dcterms:W3CDTF">2026-10-18T04:58:46Z</dcterms:modified>
</cp:coreProperties>
</file>