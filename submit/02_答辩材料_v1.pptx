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规则先行，模型后置 —— YAML 管「能不能」，LLM 管「怎么说」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131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单测 131 passed · 对抗集 108/111 · 仍失败 3 条逐条交底：E10/T23 属评测集口径冲突（E01「转 5000」期望放行、金额相同），B01 未指明改哪个订阅故先问清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2026-10-20T13:12:38Z</dcterms:created>
  <dcterms:modified xsi:type="dcterms:W3CDTF">2026-10-20T13:12:38Z</dcterms:modified>
</cp:coreProperties>
</file>