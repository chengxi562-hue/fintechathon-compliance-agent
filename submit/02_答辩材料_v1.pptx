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 ·  银行 AI 智能体赛道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合规先审 · 银行 AI 销售智能体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（合规官）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先审后答 · 每一步留痕 —— 让银行敢让大模型卖理财的那一层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队伍：弋承熙 &amp; 高依灵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答辩材料 v1  ·  约 8–10 分钟  ·  2026-10-20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Mock 数据 · 不接真实资金 · 不构成投资建议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/ 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银行怕的不是答得慢，是卖错人、说错话、转错钱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2743200" cy="10972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适当性失守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R2 客户被推 R4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投诉 / 监管 / 举证失败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463040"/>
            <a:ext cx="274320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违规话术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「保本」「稳赚」「刚兑」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销售误导 · 消保红线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463040"/>
            <a:ext cx="2743200" cy="10972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越权资金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大额陌生收款人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注入后试图绕限额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09828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1463040"/>
            <a:ext cx="27432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928116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不可审计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28116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只有聊天记录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无法自证「哪一步拦了」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50292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一句话：需要的不是「更会聊」的 Agent，而是「先审后答、每步留痕」的 Agent。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 + 全链路审计 + 银行侧双闸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意图门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 / 越权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非业务意图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6324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3756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204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2044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 allowlist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幻觉品名硬拒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风险分 vs 产品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购拦 / 询警示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2396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9828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28116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8116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禁保本/稳赚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放行必带披露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三条原则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443484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1. 规则先行，模型后置 —— YAML 管「能不能」，LLM 管「怎么说」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 默认拒绝 —— 目录外 / 金额不清 / 意图不定 → 澄清或拦截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3. 可回放 —— request_id + 四门明细 + 原因码，审计可重放成路演画面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架构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W1 四场景可跑 · 131 条测试 · LangGraph-ready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用户话术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林晓晴 R2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23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Intent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834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确定性分类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09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0F3D3A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gates.py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995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Tools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06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仅 allowed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81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601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审计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92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JSONL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agent/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状态机 + 四关 + 金额解析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9768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mock_bank/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8056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FastAPI + 第二道闸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3816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configs/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32104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compliance_rules.yaml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audit/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events.jsonl 决策轨迹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29768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tests/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135 passed（pytest）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13816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2104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data/evals/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32104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+ 对抗集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演示三幕（约 5 分钟）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拦得住 · 办得成 · 兜得住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3657600" cy="9144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第一幕 · 拦得住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717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「…保本的。」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Gate4 → USER_FORBIDDEN:保本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规则门在模型之前拦下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资金工具调用 = 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1325880"/>
            <a:ext cx="3657600" cy="914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第二幕 · 办得成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~120s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R2 货基/短债 → 放行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2628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WB_CASH_001 + 强制披露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100 元转本人备用金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审计面板实时追加 JSONL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0" y="1325880"/>
            <a:ext cx="36576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83667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第三幕 · 兜得住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6676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6 万转陌生人 → 白名单拦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6676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注入改收款人 → 金额门兜住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6676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主动交底失败数字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6676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可回归用例表，不是剪辑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差异化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别人做「会卖」——我们做「银行敢让它卖」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47120" cy="43891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B8A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常见做法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B8A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我们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system prompt 说「要合规」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独立可测组件 gates.py + YAML + 单测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只演示成功路径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同一流程既放行又拦截，边界可见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靠模型自觉不说幻觉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目录 allowlist 硬约束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审计 = 存对话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审计 = 结构化决策轨迹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事后人工抽检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评测集可 CI 回归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数据（如实 · 未经美化）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敢在路演放失败数字，因为有可回归用例表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98.4%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应拦拦截率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123/125 · 目标 ≥90%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3756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7472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注入逃逸率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7472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0/45 · 目标 ≤20%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2.2%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35508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误拦率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5508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1/46 · 目标 ≤5%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9828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97.1%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23544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评测集通过率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23544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168/173 · 另 2 条 SKIP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950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 小时内做了什么（同一台机、同一命令、真跑）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P / F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P142 / F29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P168 / F3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47472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注入逃逸率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7472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90.5%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0%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横向越权拦截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 / 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6364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 / 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05256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编码归一族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05256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12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05256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/ 12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" y="52120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对照实验：同一份评测集，加合规门 98.2%｜不加（只靠银行侧兜底）43.9% —— 应拦 125 条，无门只拦得住 32 条。单测 135 passed · 对抗集 108/111 · 仍失败 3 条逐条交底：E10/T23 属口径冲突、B01 主动取舍 · 指标口径【待依灵确认】前不对外签章引用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安全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双闸：Agent 四门 + Mock Bank 兜底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侧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0936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Bank 侧第二道闸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0756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YAML 模式 + 间接注入载体检测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587752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9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编码绕过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 实体/URL/\uXXXX/base64/零宽/leetspeak 统一解码后匹配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483864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7530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授权范围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8679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代客 / 横向 / 测评篡改一律拦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79976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471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目录硬约束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640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未知品名 block，禁止静默近名替换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5276088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53675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话术与澄清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6601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同音变体防「保本」；房贷/梭哈/VIP 施压先澄清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1691640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783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转账白名单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2240" y="20756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&gt;5 万非本人 → 403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2587752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2679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日累计软限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92240" y="29718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对外 &gt;2 万/日 → 403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3483864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357530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申购适当性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2240" y="38679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risk_score 不足 → 403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4379976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447141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密钥纪律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7640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.env；包内仅 .env.example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5276088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53675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代理隔离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56601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环回流量强制 trust_env=false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收尾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让银行的大模型「先审后答」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每一条销售话术过四道门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每一次拦截进审计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每一个失败都可复现、可修复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789920" cy="1554480"/>
          </a:xfrm>
          <a:prstGeom prst="roundRect">
            <a:avLst>
              <a:gd name="adj" fmla="val 588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297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落地假设（微众类互联网银行试点）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4709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切入点：财富售前合规拦截层（SDK/网关挂在 Agent 与工具之间）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对接：风险等级 · 产品目录 · 话术库 · 行内审计平台  ·  KPI：误导投诉 / 拦截率 / 复核工时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【未核验】行内是否已有同类产品 —— 发言按「假设」表述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 / 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合规先审·银行AI销售智能体（合规官）</dc:title>
  <dc:subject>FinTechathon 2026 答辩材料 v1</dc:subject>
  <dc:creator>弋承熙 &amp; 高依灵</dc:creator>
  <cp:lastModifiedBy>弋承熙 &amp; 高依灵</cp:lastModifiedBy>
  <cp:revision>1</cp:revision>
  <dcterms:created xsi:type="dcterms:W3CDTF">2026-10-20T14:10:17Z</dcterms:created>
  <dcterms:modified xsi:type="dcterms:W3CDTF">2026-10-20T14:10:17Z</dcterms:modified>
</cp:coreProperties>
</file>